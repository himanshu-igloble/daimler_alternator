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D1B2A"/>
                </a:solidFill>
              </a:defRPr>
            </a:pPr>
            <a:r>
              <a:t>Alternator RUL Covariates — V11.1</a:t>
            </a:r>
          </a:p>
          <a:p>
            <a:pPr>
              <a:defRPr sz="1900">
                <a:solidFill>
                  <a:srgbClr val="C58B1F"/>
                </a:solidFill>
              </a:defRPr>
            </a:pPr>
            <a:r>
              <a:t>Verdict: NO_IMPROVEMENT_HONEST  |  Chosen variant: M0  |  Fleet: 25 trucks (10F + 15NF)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The question V11.1 asked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V10.6.2 confirmed per-truck RUL cannot beat a fleet-clock dummy (MAE 140d vs 49.7d).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V11 engineered 12 heuristic channels from 6 CAN channels — recall rose to 6/10 failed.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V11.1 asks: can those heuristic signals, encoded as AFT covariates, allow per-truck RUL estimates to finally beat the fleet clock?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Two covariate candidates were tested: x1 (lifetime exceedance count) and x2 (trailing compound-vote indicator, last 90 days).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Method — AFT with leakage-safe truncated covariates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Accelerated Failure Time (Weibull AFT) fitted on all 25 trucks via LOVO (Leave-One-VIN-Out) rewound backtest — same protocol as V10.6.2.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x1: log(1 + count of days in [start, t_rewind) where GED=2 OR compound vote ≥ 2).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x2: binary indicator — was compound vote ≥ 2 in any of the 90 days before t_rewind?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Leakage doctrine enforced: covariates truncated strictly at the rewind date (G-LEAK gate).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Three variants: M0 (baseline, no covariates), M1 (x1 only), M2 (x1 + x2).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Model selection rule: minimum MAE among variants with PI coverage ≥ 0.80.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Covariate construction — x1 and x2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x1 encodes cumulative electrical stress: how many operational days did the truck show either GED=2 storm activity or a compound vote ≥ 2?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x1 is log-transformed (log1p) to reduce influence of trucks with very long histories.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x2 is a short-memory flag: was the compound alarm active in the last 90 days? Intended to capture current-state health vs historical load.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Both covariates evaluated at the rewind date — never using post-event data.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Covariate range: x1 in [0, 4.0] (log-scale); x2 in {0, 1}.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Grid: β1 ∈ [-0.20, 1.00] (25 steps); β2 ∈ [-0.20, 1.50] (18 steps); shape/scale from posterior grid (80×80 per fold, 2000 draws).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B2A"/>
                </a:solidFill>
              </a:defRPr>
            </a:pPr>
            <a:r>
              <a:t>Verdict — backtest accuracy: all variants fail to beat dummy</a:t>
            </a:r>
          </a:p>
        </p:txBody>
      </p:sp>
      <p:pic>
        <p:nvPicPr>
          <p:cNvPr id="3" name="Picture 2" descr="backtest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05840"/>
            <a:ext cx="947650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Why x1 failed — the exposure confound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Non-failed trucks have systematically higher x1 than failed trucks (e.g. NF VIN8_ALT x1=4.01 vs typical failed x1~1.5).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Reason: NF trucks simply live longer — they accumulate more operational days and therefore more exceedance events over their lifetime.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x1 is a proxy for truck age, not electrical pathology independent of age.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Any positive AFT beta coefficient for x1 absorbs timing information already encoded in the Weibull scale — it cannot provide independent signal.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A rate-based covariate (exceedances per 100 operational days) could break the confound but requires n ≫ 10 events to estimate reliably.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B2A"/>
                </a:solidFill>
              </a:defRPr>
            </a:pPr>
            <a:r>
              <a:t>What ships — M0 ≡ V10.6.2 fleet curve (Weibull shape 5.17, scale 771d)</a:t>
            </a:r>
          </a:p>
        </p:txBody>
      </p:sp>
      <p:pic>
        <p:nvPicPr>
          <p:cNvPr id="3" name="Picture 2" descr="fleet_surviva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05840"/>
            <a:ext cx="852885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B2A"/>
                </a:solidFill>
              </a:defRPr>
            </a:pPr>
            <a:r>
              <a:t>RUL band waterfall — all 15 NF trucks (time_dim SHORT for all)</a:t>
            </a:r>
          </a:p>
        </p:txBody>
      </p:sp>
      <p:pic>
        <p:nvPicPr>
          <p:cNvPr id="3" name="Picture 2" descr="rul_band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05840"/>
            <a:ext cx="7818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D1B2A"/>
                </a:solidFill>
              </a:defRPr>
            </a:pPr>
            <a:r>
              <a:t>Emergency channels — GED 2/10 F, 0/15 NF  |  early-watch 3/10 F, 0/15 NF</a:t>
            </a:r>
          </a:p>
        </p:txBody>
      </p:sp>
      <p:pic>
        <p:nvPicPr>
          <p:cNvPr id="3" name="Picture 2" descr="ged_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005840"/>
            <a:ext cx="559018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Decision matrix — three deliverable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WHICH (classifier): frozen Ridge, AUROC 0.927.  High risk: ridge_prob ≥ threshold.  NF trucks: 1 above-thr (amber), 14 below (green/amber).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WHEN fleet (window): empirical median 601d (p25–p75 578–652d).  Weibull median 718d (context only, right-censoring inflated).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WHEN individual (emergency): GED channel 2/10 F, 0/15 NF.  Early-watch current-state 3/10 F, 0/15 NF.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RUL band (M0): available for all trucks; point estimate unreliable — use interval for planning horizon only.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Covariates verdict (V11.1): M0 chosen; x1/x2 add no value.  This is the third structural confirmation of the timing limit.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Five verification gates — all PASS (PASS)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G-LEAK: Leakage audit — 60 covariate rows checked, 0 violations.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G-BETA: Variant selection — chosen M0; verdict NO_IMPROVEMENT_HONEST.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G-W6: Classifier code isolation — 0 classifier symbols in AFT code.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G-EMERG: Emergency channel — GED 2/10 F / 0/15 NF; early-watch 3/10 F / 0/15 NF.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G-COVER: PI coverage 0.867 ≥ 0.80 (M0).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Three-way comparison — V10.6.2 → V11 → V11.1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D1B2A"/>
                </a:solidFill>
              </a:defRPr>
            </a:pPr>
            <a:r>
              <a:t>• V10.6.2 (honest baseline):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Classifier AUROC 0.927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Precursor recall: 2/10 (GED only)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RUL MAE: 140d vs dummy 49.7d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Verdict: NO_IMPROVEMENT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V11 (lead-time heuristics):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Classifier AUROC 0.927 (frozen)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Precursor recall: 6/10 (compound + crank)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0/15 NF false alarms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No RUL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D1B2A"/>
                </a:solidFill>
              </a:defRPr>
            </a:pPr>
            <a:r>
              <a:t>• V11.1 (covariate AFT):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Classifier AUROC 0.927 (frozen)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M0 MAE 140.4d / M1 148.8d / M2 162.2d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Dummy MAE 49.7d (still wins)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Verdict: NO_IMPROVEMENT_HONEST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Cumulative finding: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Timing limit is structural (n=10).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Classifier + fleet window + emergency</a:t>
            </a:r>
          </a:p>
          <a:p>
            <a:pPr>
              <a:defRPr sz="1500">
                <a:solidFill>
                  <a:srgbClr val="0D1B2A"/>
                </a:solidFill>
              </a:defRPr>
            </a:pPr>
            <a:r>
              <a:t>•   channels are the complete deliverable.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n = 10 failure events: Weibull shape and AFT beta coefficients are under-identified.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Exposure confound (x1): lifetime exceedance count tracks age, not pathology. Rate-based time-varying covariates require n ≫ 10.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Aged fleet — all 15 NF trucks have time_dim = SHORT: the time dimension is currently non-discriminating and RUL bands overlap heavily.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No per-truck failure dates: TTF is in operational days; km/engine-hours are speed-integrated estimates.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Multiple comparisons: 12+ heuristics tested against 10 events inflates spurious hits. Current-state early-watch is the conservative validated subset.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4/10 failures remain undetectable (abrupt / silent modes) from these 6 channels.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Deploy the three-channel emergency system: GED storm (channel 1) + current-state early-watch (channel 2). Current-state: 3/10 F, 0/15 NF.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Schedule fleet-wide inspection at the empirical window median (601d / ≈120440 km).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Prioritise inspection order using the frozen Ridge classifier (AUROC 0.927).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Do NOT rely on per-truck RUL dates for individual scheduling decisions — the timing limit is structural and confirmed across three independent iterations.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Next: validate on the starter-motor fleet (n=34, more events) and track new failures as they accrue to re-evaluate the timing question.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D1B2A"/>
                </a:solidFill>
              </a:defRPr>
            </a:pPr>
            <a:r>
              <a:t>Appendix —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D1B2A"/>
                </a:solidFill>
              </a:defRPr>
            </a:pPr>
            <a:r>
              <a:t>• All live numbers loaded from V11.1_ALT/cache/ at build time.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backtest_results.json: MAEs for M0/M1/M2; dummy MAE; chosen variant.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fleet_weibull_params.json: shape 5.17, scale 771d, median 718d.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V10.6.2_ALT/cache/rul/fleet_window.json: empirical window (read-only).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emergency_per_vin.csv: GED/early-watch per-truck status.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V11.1_ALT_verification.json: five gate statuses.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Graphs: visualizations/rul_core/ (backtest_accuracy.png, fleet_survival_curve.png, rul_band_waterfall.png, ged_emergency.png).</a:t>
            </a:r>
          </a:p>
          <a:p>
            <a:pPr>
              <a:defRPr sz="1700">
                <a:solidFill>
                  <a:srgbClr val="0D1B2A"/>
                </a:solidFill>
              </a:defRPr>
            </a:pPr>
            <a:r>
              <a:t>• Classifier (V10.5.3): frozen Ridge coefficients — NOT touched by V11.1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