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D1B2A"/>
                </a:solidFill>
              </a:defRPr>
            </a:pPr>
            <a:r>
              <a:t>Alternator Lead-Time Heuristics — Business Summary (V11)</a:t>
            </a:r>
          </a:p>
          <a:p>
            <a:pPr>
              <a:defRPr sz="1800">
                <a:solidFill>
                  <a:srgbClr val="C58B1F"/>
                </a:solidFill>
              </a:defRPr>
            </a:pPr>
            <a:r>
              <a:t>Earlier warnings for more trucks, zero false alarms (6/10 vs 5/10, 0/15 FP)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How we did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• Engineered 12 new lead-time signals from the existing 6 CAN channels — no new sensors.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Validated each against the same honest gate (change vs the truck's own healthy baseline AND vs the healthy fleet).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Added a compound 'early-watch' vote and per-truck change-point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Results &amp; impact</a:t>
            </a:r>
          </a:p>
        </p:txBody>
      </p:sp>
      <p:pic>
        <p:nvPicPr>
          <p:cNvPr id="3" name="Picture 2" descr="G1_recal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71940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Limitations &amp; data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• Gain is real but modest: one more truck detected, one earlier warning.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4 of 10 failures have no electrical precursor (abrupt/silent) — undetectable from this data.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No change to per-truck remaining-life dates (structural limit at n=10).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Results are leads to act on, not calibrated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1B2A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• Deploy post-crank recovery + compound early-watch in the service emergency channel.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Use load-split sag typing for repair-direction guidance.</a:t>
            </a:r>
          </a:p>
          <a:p>
            <a:pPr>
              <a:defRPr sz="2000">
                <a:solidFill>
                  <a:srgbClr val="0D1B2A"/>
                </a:solidFill>
              </a:defRPr>
            </a:pPr>
            <a:r>
              <a:t>• Re-validate on the larger starter-motor fleet (n=34) and as more failures accrue.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