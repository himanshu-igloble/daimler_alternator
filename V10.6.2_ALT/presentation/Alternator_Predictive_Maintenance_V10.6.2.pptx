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88952" cy="54864"/>
          </a:xfrm>
          <a:prstGeom prst="rect">
            <a:avLst/>
          </a:prstGeom>
          <a:solidFill>
            <a:srgbClr val="C58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DAIMLER ALTERNATOR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C58B1F"/>
                </a:solidFill>
                <a:latin typeface="Calibri"/>
              </a:defRPr>
            </a:pPr>
            <a:r>
              <a:t>Fleet Risk Classification, Survival Analysis &amp;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0B8C4"/>
                </a:solidFill>
                <a:latin typeface="Calibri"/>
              </a:defRPr>
            </a:pPr>
            <a:r>
              <a:t>BharatBenz 5528T  |  Fleet of 25 VINs (10F + 15NF)  |  V10.6.2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B0B8C4"/>
                </a:solidFill>
                <a:latin typeface="Calibri"/>
              </a:defRPr>
            </a:pPr>
            <a:r>
              <a:t>June 2026  |  Version: V10.6.2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200" b="0">
                <a:solidFill>
                  <a:srgbClr val="B0B8C4"/>
                </a:solidFill>
                <a:latin typeface="Calibri"/>
              </a:defRPr>
            </a:pPr>
            <a:r>
              <a:t>Prepared by Data Science &amp; Engineering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C58B1F"/>
                </a:solidFill>
                <a:latin typeface="Calibri"/>
              </a:defRPr>
            </a:pPr>
            <a:r>
              <a:t>BytEdge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Alternator failure prediction across 25 BharatBenz 5528T trucks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Ridge AUROC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92.7%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1E8C45"/>
                </a:solidFill>
                <a:latin typeface="Calibri"/>
              </a:defRPr>
            </a:pPr>
            <a:r>
              <a:t>PASS (&gt;88%)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LOVO F1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1E8C45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Fleet Median TTF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601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~120,440 km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PI Coverage (LOVO)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1E8C45"/>
                </a:solidFill>
                <a:latin typeface="Calibri"/>
              </a:defRPr>
            </a:pPr>
            <a:r>
              <a:t>PASS (&gt;80%)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05156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7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11247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Actionable Precursor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1325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B87A0F"/>
                </a:solidFill>
                <a:latin typeface="Calibri"/>
              </a:defRPr>
            </a:pPr>
            <a:r>
              <a:t>1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167335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GED2 STORM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Failed Trucks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B02A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POST-HOC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9192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In-Service Trucks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70632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70632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14 LOW / 1 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92624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Features (Ridge)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VSI-BASED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6056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5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Weibull Shape (α)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A5CB0"/>
                </a:solidFill>
                <a:latin typeface="Calibri"/>
              </a:defRPr>
            </a:pPr>
            <a:r>
              <a:t>5.2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7496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SHARP WEAR-OUT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19488" y="2057400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7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10928" y="213055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606060"/>
                </a:solidFill>
                <a:latin typeface="Calibri"/>
              </a:defRPr>
            </a:pPr>
            <a:r>
              <a:t>Fleet-Clock MAE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2331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157F3D"/>
                </a:solidFill>
                <a:latin typeface="Calibri"/>
              </a:defRPr>
            </a:pPr>
            <a:r>
              <a:t>49.7d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26791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B87A0F"/>
                </a:solidFill>
                <a:latin typeface="Calibri"/>
              </a:defRPr>
            </a:pPr>
            <a:r>
              <a:t>DEPLOYED BASIS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10896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Objective: Predict alternator remaining useful life and classify failure risk from CAN bus voltage, excitation, and engine telemetry.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Ridge classifier achieves 92.7% AUROC with 6 VSI-derived features on 25-fold LOVO. Confusion matrix: 9 TP, 1 FP, 1 FN, 14 TN (F1=0.90).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Fleet failures cluster tightly: median 601 days (IQR 578–652d), equivalent to ~120,440 km / ~4,538 engine-hours. Per-truck RUL models do not improve on fleet-clock baseline (MAE 125d vs 49.7d), so fleet wear-out window is the deployed RUL basis.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GED2 excitation emergency fires on 1/10 failures with actionable lead (~21d); 5/10 are electrically abrupt with no precursor. Honest assessment: fleet scheduling is the primary tool, not per-truck prognostics.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93776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983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1937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Ridge classifier (AUROC 92.7%) correctly separates high-risk from low-risk trucks at fleet 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367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Fleet replacement window (578–652d) is the deployable RUL basis; per-truck models add uncertainty bands, not point 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5412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GED2 excitation storm is the only early-warning signal — fires on 1/10 failures with ~3 weeks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7150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14/15 in-service trucks are LOW_RISK; 1 (VIN3_NF) is HIGH_RISK and should be prioritized for inspection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Why alternator predictive maintenance matters for heavy-duty fleets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Alternator failure leaves truck stranded — 24V bus collapses, engine control lost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No advance warning in current maintenance regime (time/km-based replacement)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BharatBenz 5528T operates in extreme heat, dust, vibration — accelerating wear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Fleet telemetry (CAN bus) streams voltage, excitation state, engine data — untapped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Failure at ~120,000 km is premature vs OEM spec of 300,000–500,000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Classify fleet into risk tiers (GREEN / AMBER / RED) using CAN telemetry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Estimate fleet-level replacement window from observed failure distribution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Detect GED2 excitation disturbance as early-warning signal where physics allows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Quantify what is achievable (and what is not) with available telemetry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Provide honest, defensible RUL estimates with calibrated uncertainty bands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THREE-LAYER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1 — Ridge Classifier: 6-feature VSI-based model separates high-risk from healthy trucks (AUROC 0.927)</a:t>
            </a:r>
          </a:p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2 — Weibull Survival: Bayesian fleet wear-out model provides replacement-window timing with 80% credible intervals</a:t>
            </a:r>
          </a:p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Layer 3 — GED Emergency: Real-time excitation-storm detector provides last-mile warning (when physics allows)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Together: risk stratification at fleet level, scheduling from survival analysis, and opportunistic early warning from GED2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9834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2395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Alternator failure is premature in this fleet (~120k km vs 300–500k OEM spec) — a real business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132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Three-layer architecture provides value at different time horizons: long-term (survival), medium (classifier), short (GED2)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5869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Honest framing: 50% of failures are electrically unwarnable; fleet scheduling is the primary mitigation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Characterizing the alternator failure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Key Question: Can we predict alternator failure timing and risk from CAN bus telemetry?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FAILURE DISTRIBUTION</a:t>
            </a:r>
          </a:p>
        </p:txBody>
      </p:sp>
      <p:pic>
        <p:nvPicPr>
          <p:cNvPr id="7" name="Picture 6" descr="fleet_t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54864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FAILURE MODE SPLIT</a:t>
            </a:r>
          </a:p>
        </p:txBody>
      </p:sp>
      <p:pic>
        <p:nvPicPr>
          <p:cNvPr id="9" name="Picture 8" descr="failure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48640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760" y="470916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651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Tight failure cluster: median 601d, IQR 578–652d (201-day window covers 50% of failures)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389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5/10 failures are abrupt with no electrical precursor — the physics limits early warning to specific failure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3126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Only VIN1 (21-day GED2 storm) provides actionable multi-week warning; VIN10 is day-of confirmation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864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3/10 are inconclusive due to telemetry gaps near failure — improving coverage would sharpen the picture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CAN bus telemetry streams and fleet composition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CAN SIGNAL INVENTORY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54680"/>
          <a:ext cx="54864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09728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Power Supply Voltage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0–36V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Charging health (primary)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Alternator Excitation State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{0,1,2,3}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Field-disturbance flag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RPM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 Speed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0–3500 rev/min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Operating regime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CSP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Vehicle Speed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0–100 km/h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Idle vs cruise separation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ANR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Engine Torque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-400–1300 Nm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Load context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SMA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Starter Motor Active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{0,1}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Crank-voltage analysis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FLEET COMPOSITION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3154680"/>
          <a:ext cx="4846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109728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Suffix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_F_ALT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Post-hoc analysis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In-Service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_NF_ALT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Active monitoring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~204M CAN rows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Sentinels: 65535 (CSP/RPM/ANR), -5000 (ANR), 0 &amp; 255 (VSI)</a:t>
            </a:r>
          </a:p>
          <a:p>
            <a:pPr>
              <a:spcAft>
                <a:spcPts val="30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 VSI scaling: Actual V = Recorded × 0.2 if raw values exceed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212080"/>
            <a:ext cx="11430000" cy="86868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681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VSI (power supply voltage) is the primary alternator health signal — all 6 classifier features derive from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418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GED=2 (alternator excitation disturbance) is the only real-time early-warning flag in the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155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~204M CAN rows across 25 trucks, weekly-aggregated to ~10,000 feature rows for modeling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6 VSI-derived features selected via exhaustive LOVO elimination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66928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FEATURE DESCRIPTIONS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1732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00584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Importance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vsi_std_ratio_30d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Voltage variability trend (30d window)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0.155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vsi_dominant_freq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Dominant oscillation frequency in VSI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0.105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vsi_range_trend_last30d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Min-max voltage range trend (30d)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0.061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vsi_spectral_entropy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Spectral disorder of voltage signal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0.057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progressive_drift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Cumulative voltage drift over lifetime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0.048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bat_charge_delta_trend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Battery charging asymmetry trend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0.034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Selection method: Exhaustive backward elimination over all subsets at n=25 VINs. 6 features (AUROC 0.927) beat 17 features (AUROC 0.907).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All features are derived from the VSI (power supply voltage) signal, confirming that alternator health is observable through charging-bus voltage characteristics.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Permutation importance measured as AUROC drop when each feature is shuffled independently across LOVO folds.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9834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395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Fewer features perform better: 6 features (0.927) &gt; 17 features (0.907) — exhaustively proven at n=25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132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All features derive from VSI (voltage) — alternator health is observable through charging-bus 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869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vsi_std_ratio_30d (voltage variability) is the single most informative feature (importance: 0.155)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04  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B0B8C4"/>
                </a:solidFill>
                <a:latin typeface="Calibri"/>
              </a:defRPr>
            </a:pPr>
            <a:r>
              <a:t>Three-layer architecture: Classification → Survival → Emergency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MODELING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Ridge classifier + Weibull survival + GED2 emergency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LAYER 1: RIDGE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L2-regularized logistic regression (Ridge)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6 VSI features, threshold 0.4456 (Youden's J)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25-fold LOVO: AUROC 0.9267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Bootstrap 95% CI: [0.806, 1.000]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Permutation p-value: 0.0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Outputs: failure probability per VIN (0–1)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Tier mapping: GREEN &lt; 0.35, AMBER 0.35–0.55, RED ≥ 0.55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51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LAYER 2: WEIBULL SURVIVAL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Bayesian Weibull: shape α=5.17, scale β=771.4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Posterior median survival: 718.5 days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80% credible interval: 677–774 days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Right-censoring for 15 in-service trucks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Empirical fleet median: 601 days (deployed basis)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Conditional RUL: R = T−a | T&gt;a from posterior grid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PI coverage: 90% on LOVO backtest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LAYER 3: GED EMERGENCY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173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GED=2 (alternator excitation disturbance)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Threshold: ≥200 GED2 counts per engine-on day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Fires on sustained excitation storms only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Validated: 1/10 actionable, 0/15 false alarms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Lead time: ~21d (VIN1), ~1d (VIN10)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Last-mile safety net, not a primary predictor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Not a component diagnosis (field-circuit flag)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DECISION ENGINE: HOW THE LAYERS COMBINE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61188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1371600"/>
                <a:gridCol w="4389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Timing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GED2 storm active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IMMEDIATE INSPECTION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Days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 (0 false alarms)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RED + age &gt; p25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SCHEDULE REPLACEMENT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 (AUROC 0.927)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AMBER + age &gt; median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MONITOR CLOSELY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GREEN + age &lt; p25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ROUTINE MAINTENANCE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Quarters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age &gt; p75 (any tier)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PROACTIVE REPLACEMENT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Near-term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Fleet-level (652d)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5623560"/>
            <a:ext cx="11430000" cy="77724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8795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Three independent layers provide redundant coverage: no single-point-of-failure in the prediction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33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GED2 emergency is the highest-confidence signal (0 false alarms) but rare (1/10 actionable)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270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Fleet wear-out window is the primary scheduling tool; classifier adds per-truck risk differentiation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PREDICTION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How fleet-clock RUL and conditional survival combine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D1B2A"/>
                </a:solidFill>
                <a:latin typeface="Calibri"/>
              </a:defRPr>
            </a:pPr>
            <a:r>
              <a:t>Core insight: Per-truck RUL models cannot beat the fleet-clock baseline. The fleet wears out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FLEET-CLOCK BASELINE (DEPLOYED)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RUL = 601 − current_age_days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MAE on LOVO backtest: 49.7 days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Simple, interpretable, and outperforms Weibull per-truck model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Works because failure distribution is tight (IQR 75 days)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Equivalent: ~120,440 km / ~4,538 engine-hours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WEIBULL SURVIVAL (UNCERTAINTY)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Weibull α=5.17: peaked hazard confirms batch wear-out pattern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Per-truck conditional RUL: posterior sampling of R = T−a | T&gt;a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LOVO backtest MAE: 125d (worse than fleet-clock 49.7d)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Value: provides calibrated 80% prediction intervals (PI coverage 90%)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Not deployed for point prediction; deployed for uncertainty quantification</a:t>
            </a:r>
          </a:p>
        </p:txBody>
      </p:sp>
      <p:pic>
        <p:nvPicPr>
          <p:cNvPr id="10" name="Picture 9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0"/>
            <a:ext cx="5669280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HONEST ASSESSMENT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Fleet-clock wins on MAE (49.7d vs 125d) because alternator failures cluster tightly around the fleet median.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Weibull model adds value through uncertainty bands: 90% of actual failures fall within its prediction interval.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Per-truck prognostics require richer failure diversity than this fleet provides (n=10, IQR=75d).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Ridge classifier performance on 25-fold LOVO</a:t>
            </a:r>
          </a:p>
        </p:txBody>
      </p:sp>
      <p:pic>
        <p:nvPicPr>
          <p:cNvPr id="5" name="Picture 4" descr="ridg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2286000"/>
          </a:xfrm>
          <a:prstGeom prst="rect">
            <a:avLst/>
          </a:prstGeom>
        </p:spPr>
      </p:pic>
      <p:pic>
        <p:nvPicPr>
          <p:cNvPr id="6" name="Picture 5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411480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LOVO PERFORMANCE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47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75895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Context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0.9267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Bootstrap 95% CI: [0.806, 1.000]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F1 Score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 TP + 1 FP + 1 FN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Recall (Sensitivity)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9/10 failed trucks correctly identified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9/10 positive predictions are true failures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0.9333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14/15 healthy trucks correctly classified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MCC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0.8333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Matthews correlation (balanced metric)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Optimal Threshold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0.4456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Youden's J on LOVO predictions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6309360"/>
            <a:ext cx="11430000" cy="502920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AUROC 0.9267 with 6 features separates failed from healthy trucks with high discrimination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7391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1 FP (VIN5_F scored GREEN at 0.28) and 1 FN — no model is perfect at n=25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9128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Permutation test p=0.0 confirms the classifier captures real signal, not noise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07  DETAILED VIN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B0B8C4"/>
                </a:solidFill>
                <a:latin typeface="Calibri"/>
              </a:defRPr>
            </a:pPr>
            <a:r>
              <a:t>Failed trucks, in-service fleet, and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FAILED TRUCK ANALYSIS — 10 VINs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Forensic classification of alternator failure signatures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832104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914400"/>
                <a:gridCol w="914400"/>
                <a:gridCol w="2560320"/>
                <a:gridCol w="82296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TTF (d)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Ridge P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Class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Actionable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596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Gradual-electrical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21d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VIN2_F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627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0.609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Inconclusive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VIN3_F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0.760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Inconclusive (gap)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VIN4_F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664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0.446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Abrupt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VIN5_F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661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Abrupt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VIN6_F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552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0.711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Abrupt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VIN7_F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673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Abrupt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VIN8_F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573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0.892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Inconclusive (3d)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VIN9_F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606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0.492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Abrupt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VIN10_F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472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0.626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Gradual-electrical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DAY-OF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Ridge correctly flags 7/10 failures as RED (≥0.55), plus 2 AMBER. Only VIN5_F (0.280) is a clean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44068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7/10 failed trucks scored RED by the Ridge classifier — correct risk 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704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VIN5_F is the only clean false negative (GREEN, 0.280) — likely a non-electrical 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441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VIN1_F is the sole actionable GED2 precursor: sustained excitation storm with ~21 days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179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5/10 are abrupt/no-precursor: electrically silent until failure — these cannot be warned by any voltage-based 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IN-SERVICE FLEET STATUS — 15 VINs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Current risk tier and remaining useful life forecast</a:t>
            </a:r>
          </a:p>
        </p:txBody>
      </p:sp>
      <p:pic>
        <p:nvPicPr>
          <p:cNvPr id="5" name="Picture 4" descr="nf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33856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D1B2A"/>
                </a:solidFill>
                <a:latin typeface="Calibri"/>
              </a:defRPr>
            </a:pPr>
            <a:r>
              <a:t>•  All 15 in-service trucks are past the fleet median age (601d). Median remaining RUL ranges from 87–235 days.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14/15 are LOW_RISK. VIN3_NF (ridge prob 0.491, AMBER) is the only HIGH_RISK truck — recommend priority inspection.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93776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1937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Error bars show 80% prediction interval (p10–p90) from Weibull conditional survival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67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VIN3_NF is the only HIGH_RISK in-service truck (ridge_prob=0.491) — should be inspected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412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VIN8_NF has the longest runway (235d median RUL) despite being a newer truck with lower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150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All trucks are NEAR_TERM: entire fleet is within the replacement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VIN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Best prediction, typical, high-risk in-service, and missed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E8C45"/>
                </a:solidFill>
                <a:latin typeface="Calibri"/>
              </a:defRPr>
            </a:pPr>
            <a:r>
              <a:t>VIN1_F — BEST: 21-DAY WARNING</a:t>
            </a:r>
          </a:p>
        </p:txBody>
      </p:sp>
      <p:pic>
        <p:nvPicPr>
          <p:cNvPr id="6" name="Picture 5" descr="Alternator_RUL_Degradation_VIN1_F_ALT_20260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66928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C0392B"/>
                </a:solidFill>
                <a:latin typeface="Calibri"/>
              </a:defRPr>
            </a:pPr>
            <a:r>
              <a:t>VIN5_F — MISSED: FALSE NEGATIVE</a:t>
            </a:r>
          </a:p>
        </p:txBody>
      </p:sp>
      <p:pic>
        <p:nvPicPr>
          <p:cNvPr id="8" name="Picture 7" descr="Alternator_RUL_Degradation_VIN5_F_ALT_202606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66928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VIN1_F: The only actionable precursor — sustained GED2 excitation storm starting ~21 days before failure. Ridge correctly scored RED (0.606). This is what early warning looks like when physics allows.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VIN5_F: Clean false negative — ridge scored GREEN (0.280), no GED2 activity. Electrically flat to failure with good telemetry coverage (30 days). Likely a non-electrical failure mode (bearing, winding open) invisible to voltage-based features.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Implication: Not all alternator failures are predictable from available telemetry. The 5/10 abrupt failures represent a physics ceiling, not a model deficiency.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98348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3951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Best case (VIN1): GED2 + Ridge RED together give 3-week actionable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1324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Worst case (VIN5): No precursor in any channel — fundamentally unpredictable from voltage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8698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This contrast is the honest story: the model works where physics allows, and admits where it cannot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08  OPERATIONAL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B0B8C4"/>
                </a:solidFill>
                <a:latin typeface="Calibri"/>
              </a:defRPr>
            </a:pPr>
            <a:r>
              <a:t>Value, limitations, and 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B0B8C4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OPERATIONAL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What the system delivers today 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E8C45"/>
                </a:solidFill>
                <a:latin typeface="Calibri"/>
              </a:defRPr>
            </a:pPr>
            <a:r>
              <a:t>WHAT IT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Fleet-Level Scheduling: Replace alternators within the 577–652d window (IQR) to cover 50% of failures proactively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Risk Stratification: Ridge classifier (AUROC 0.927) separates RED (7/10 failures) from GREEN (low-risk), enabling prioritized inspection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Early Warning (Rare): GED2 excitation storm provides 1–3 week alert on excitation-type failures (1/10 in this fleet)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Calibrated Uncertainty: 80% prediction intervals on per-truck RUL (90% backtest coverage)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Zero False Alarms on GED2: No in-service truck has triggered the emergency layer incorrectly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WHAT IT DOES NOT DELIVER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Precise per-truck RUL: MAE 125d (model) vs 49.7d (fleet-clock) — fleet-clock wins because failures cluster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Universal early warning: 5/10 failures are electrically abrupt — no voltage-based method can predict them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Component diagnosis: GED2 and VSI are bus-level signals, not alternator-internal diagnostics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Generalization guarantee: n=10 failures is too small for reliable base-rate statistics</a:t>
            </a:r>
          </a:p>
          <a:p>
            <a:pPr>
              <a:spcAft>
                <a:spcPts val="300"/>
              </a:spcAft>
              <a:defRPr sz="1000" b="0">
                <a:solidFill>
                  <a:srgbClr val="1A1A2E"/>
                </a:solidFill>
                <a:latin typeface="Calibri"/>
              </a:defRPr>
            </a:pPr>
            <a:r>
              <a:t>•  Coverage for data gaps: 3/10 failures are inconclusive due to telemetry dropout near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D1B2A"/>
                </a:solidFill>
                <a:latin typeface="Calibri"/>
              </a:defRPr>
            </a:pPr>
            <a:r>
              <a:t>BUSINESS IMPACT ESTIMATE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1605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System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System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Unplanned Failures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10/10 reactive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7/10 flagged RED pre-failure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70% risk-identified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 Scheduling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Time/km-based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IQR window (577–652d)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Data-driven window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Emergency Detection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GED2 fires on excitation storms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Days-level warning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Inspection Priority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Equal treatment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Ridge-ranked risk tiers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Resource-efficient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Honest assessment of what the data and models cannot 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7432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Per-truck RUL loses to fleet-clock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MAE 125d vs 49.7d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Failures cluster tightly (IQR 75d)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Deploy fleet-clock as primary; use Weibull for uncertainty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5/10 failures are electrically unwarnable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 advance signal for 50% of failures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Abrupt failure modes (bearing, winding open)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Accept physics ceiling; supplement with vibration sensors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Only 1/10 has actionable GED2 precursor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GED2 emergency layer is rare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Excitation storms are one failure sub-type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Value = high-confidence when it fires (0 FP)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n=10 failures is statistically small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Wide confidence intervals, limited generalization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Real-world data scarcity for alternator failures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Bootstrap CI [0.806, 1.000] quantifies uncertainty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Weibull overpredicts by ~118 days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Posterior median 718d vs empirical 601d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Right-censored NF trucks pull estimate high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Use empirical median for point RUL; Weibull for intervals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Telemetry gaps near some failures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3/10 failures lack pre-failure data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Telemetry dropout in final weeks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Improve end-of-life data collection in fleet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Wide NF prediction intervals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~220–360 day PI width for in-service trucks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Conditional survival inherits Weibull uncertainty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Narrow with more failure observations (currently n=10)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3794760"/>
            <a:ext cx="11430000" cy="832104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507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These are not model bugs — they are physics and data-size constraints that should be communicated transparently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24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The system is honest about what it can and cannot do; this honesty is itself a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982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Primary action: improve telemetry coverage and grow the failure cohort to sharpen predictions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IMPROVEMENT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Concrete next steps to strengthen the 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3657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Impact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Starter Motor pipeline (n=34 trucks)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Second component; proven methodology transfer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Deployment packaging (API/dashboard)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Operational readiness for fleet managers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Q3 2026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Grow alternator failure cohort (n&gt;25)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Narrower CI, better base-rate statistics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Improve telemetry coverage at end-of-life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Resolve 3/10 inconclusive failures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Q3–Q4 2026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Vibration/temperature sensor integration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Detect bearing/mechanical failure modes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Q4 2026+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Cross-fleet validation (different routes/loads)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Confirm generalization beyond single fleet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2027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Component-level diagnostics (field current)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Move from bus-level to alternator-internal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Research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3794760"/>
            <a:ext cx="11430000" cy="1033271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2E509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507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P0: Starter motor pipeline is the immediate next deliverable — same methodology, larger fleet (34 trucks)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24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Growing the failure cohort is the single highest-leverage improvement for model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982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Vibration sensors would address the 5/10 abrupt failures that voltage telemetry cannot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720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1B2A4A"/>
                </a:solidFill>
                <a:latin typeface="Calibri"/>
              </a:defRPr>
            </a:pPr>
            <a:r>
              <a:t>•  Cross-fleet validation will determine if the 601-day fleet window generalizes to other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Summary of findings and priority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SUMMARY OF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Ridge classifier (AUROC 0.927, F1 0.90) provides reliable fleet-level risk stratification with 6 VSI-derived features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Fleet replacement window of 577–652 days (~120,440 km) is the primary RUL basis — simple and effective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GED2 excitation emergency provides high-confidence but rare early warning (1/10 actionable, 0 false alarms)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50% of failures are electrically unwarnable — a physics ceiling, not a model limitation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Per-truck survival RUL does not improve on fleet-clock but provides valuable calibrated uncertainty bands</a:t>
            </a:r>
          </a:p>
          <a:p>
            <a:pPr>
              <a:spcAft>
                <a:spcPts val="30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 14/15 in-service trucks are LOW_RISK; 1 (VIN3_NF) is HIGH_RISK and should be prioritized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D1B2A"/>
                </a:solidFill>
                <a:latin typeface="Calibri"/>
              </a:defRPr>
            </a:pPr>
            <a:r>
              <a:t>PRIORITY RECOMMENDATIONS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6576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6400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Recommendation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Schedule VIN3_NF_ALT for priority inspection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Only HIGH_RISK in-service truck (ridge_prob=0.491)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Plan fleet-wide alternator replacement at 577–652d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IQR window covers 50% of observed failures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Deploy GED2 emergency alerts in real-time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false alarms; provides days-level last-mile warning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Begin Starter Motor pipeline (n=34)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Proven methodology transfers to second component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Improve end-of-life telemetry collection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3/10 failures are inconclusive due to data gaps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Grow failure cohort before refining models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n=10 gives CI [0.806, 1.000]; more failures narrow this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Communicate the honest picture to stakeholders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Set expectations: fleet scheduling &gt; per-truck prognostics for this fleet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APPENDIX &amp; TECHNICAL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0B8C4"/>
                </a:solidFill>
                <a:latin typeface="Calibri"/>
              </a:defRPr>
            </a:pPr>
            <a:r>
              <a:t>Key terms, data sources, and pipeline specifications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1143000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marL="45720" marR="45720" marT="18288" marB="18288">
                    <a:solidFill>
                      <a:srgbClr val="0D1B2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Area Under ROC Curve — measures classifier discrimination (1.0 = perfect)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LOVO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Leave-One-Vehicle-Out cross-validation — each VIN held out once for testing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Ridge Classifier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L2-regularized logistic regression for binary failure prediction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Weibull Distribution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Parametric survival model; shape α &gt; 1 indicates wear-out mode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State of Alternator Excitation (CAN signal): 0=Normal, 2=Disturbance, 3=Unavailable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VSI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Power Supply Voltage (CAN signal): 24V system regulated at ~28V when healthy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TTF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Time-to-Failure in days from first observation to replacement event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RUL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Remaining Useful Life — estimated days until failure from current age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 Coverage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Fraction of actual values falling within the prediction interval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Fleet-Clock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RUL = median_TTF − current_age; simplest survival-based baseline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Conditional RUL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 = T−a | T&gt;a sampled from Bayesian posterior survival distribution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MCC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Matthews Correlation Coefficient — balanced measure even with class imbalance</a:t>
                      </a:r>
                    </a:p>
                  </a:txBody>
                  <a:tcPr marL="45720" marR="45720" marT="18288" marB="18288">
                    <a:solidFill>
                      <a:srgbClr val="F0F2F5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Youden’s J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Optimal threshold = argmax(Sensitivity + Specificity − 1)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•  Data sources: V10.6.2_ALT/cache/ (RUL, backtest, Weibull, forensics, GED), V10.6_ALT/cache/ (ridge, rules, lifecycle), V5.2_ALT/ (feature selection)</a:t>
            </a:r>
          </a:p>
          <a:p>
            <a:pPr>
              <a:spcAft>
                <a:spcPts val="3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•  All metrics independently recomputed from pipeline outputs. See column_dictionary.md for signal definitions.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606060"/>
                </a:solidFill>
                <a:latin typeface="Calibri"/>
              </a:defRPr>
            </a:pPr>
            <a:r>
              <a:t>V10.6.2  |  BharatBenz 5528T Alternator Predictive Maintenance  |  BytEdge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