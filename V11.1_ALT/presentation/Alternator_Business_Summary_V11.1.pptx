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373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0D1B2A"/>
                </a:solidFill>
              </a:defRPr>
            </a:pPr>
            <a:r>
              <a:t>Alternator Predictive Maintenance — V11.1 Business Summary</a:t>
            </a:r>
          </a:p>
          <a:p>
            <a:pPr>
              <a:defRPr sz="1700">
                <a:solidFill>
                  <a:srgbClr val="C58B1F"/>
                </a:solidFill>
              </a:defRPr>
            </a:pPr>
            <a:r>
              <a:t>We tested whether the new electrical signals can predict each truck's failure date — they cannot; the fleet schedule + alarms remain the deliverable.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Fleet: 25 trucks (10 failed + 15 in-service)  |  Classifier AUROC 0.927 (unchanged)  |  Verdict: NO_IMPROVEMENT_HONEST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1B2A"/>
                </a:solidFill>
              </a:defRPr>
            </a:pPr>
            <a:r>
              <a:t>How we tested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D1B2A"/>
                </a:solidFill>
              </a:defRPr>
            </a:pPr>
            <a:r>
              <a:t>• V11 engineered 12 new electrical signals from the existing 6 CAN sensors (no new hardware) and improved failure detection from 2/10 to 6/10 trucks.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V11.1 asked: can those signals, combined into a statistical survival model, predict each individual truck's remaining life more accurately than the fleet average?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We encoded two covariate signals (lifetime electrical stress history + recent compound alarm activity) into an Accelerated Failure Time model.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The model was validated out-of-sample on all 10 failed trucks (leave-one-out per fold, parameters re-estimated from scratch each time).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The test was repeated three ways: no covariates (M0), one covariate (M1), two covariates (M2). Result: M0 wins — covariates make things worse.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Result: no variant beats the fleet-clock dummy (error 140d vs 50d)</a:t>
            </a:r>
          </a:p>
        </p:txBody>
      </p:sp>
      <p:pic>
        <p:nvPicPr>
          <p:cNvPr id="3" name="Picture 2" descr="backte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831272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58B1F"/>
                </a:solidFill>
              </a:defRPr>
            </a:pPr>
            <a:r>
              <a:t>M0 (no covariates): 140.4d error.  Fleet-clock dummy (assume every truck fails at the fleet median): 49.7d error.  The dummy wins by a factor of ~3 — this is a structural data limit, not a modelling choice.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1B2A"/>
                </a:solidFill>
              </a:defRPr>
            </a:pPr>
            <a:r>
              <a:t>Limitations &amp; why the limit is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D1B2A"/>
                </a:solidFill>
              </a:defRPr>
            </a:pPr>
            <a:r>
              <a:t>• Only 10 failure events in the dataset — far too few to calibrate per-truck timing with any covariate model.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The new electrical stress signal (x1) turns out to track truck age, not failure risk independently of age — an exposure confound.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4 of 10 failures had no measurable electrical precursor (abrupt / silent failure mode); those trucks are undetectable from this data.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The fleet is aged: all 15 in-service trucks are already past or near the empirical failure median — per-truck remaining-life estimates overlap heavily.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No per-truck calendar dates are available; timing is in operational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1B2A"/>
                </a:solidFill>
              </a:defRPr>
            </a:pPr>
            <a:r>
              <a:t>What ships +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D1B2A"/>
                </a:solidFill>
              </a:defRPr>
            </a:pPr>
            <a:r>
              <a:t>• WHICH trucks: frozen Ridge classifier AUROC 0.927 — risk ranks the 15 in-service trucks reliably.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WHEN (fleet): schedule inspection at 601 days (≈ 120440 km) — the empirical fleet-failure median.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WHEN (alerts): GED storm fires for 2/10 failed trucks, 0/15 non-failed (0 false alarms). Early-watch fires for 3/10 active-failure trucks, 0/15 non-failed (0 false alarms).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Next: validate on the larger starter-motor fleet (n=34 trucks, more events). The timing question can be re-opened when ≥ 30 failure events are available.</a:t>
            </a:r>
          </a:p>
          <a:p>
            <a:pPr>
              <a:defRPr sz="1900">
                <a:solidFill>
                  <a:srgbClr val="0D1B2A"/>
                </a:solidFill>
              </a:defRPr>
            </a:pPr>
            <a:r>
              <a:t>• All claims are audited to source cache files (see AUDIT_REPORT.md).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