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D1B2A"/>
                </a:solidFill>
              </a:defRPr>
            </a:pPr>
            <a:r>
              <a:t>Alternator Lead-Time Heuristics (V11)</a:t>
            </a:r>
          </a:p>
          <a:p>
            <a:pPr>
              <a:defRPr sz="2000">
                <a:solidFill>
                  <a:srgbClr val="C58B1F"/>
                </a:solidFill>
              </a:defRPr>
            </a:pPr>
            <a:r>
              <a:t>Recall 6/10 vs V10.6.2 5/10  |  0/15 false alarms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The problem V10.6.2 left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D1B2A"/>
                </a:solidFill>
              </a:defRPr>
            </a:pPr>
            <a:r>
              <a:t>• Frozen classifier says WHICH truck (AUROC 0.927) but gives no timing.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Per-truck RUL cannot beat a fleet-clock dummy (structural, n=10).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Only genuine precursor was the GED=2 storm — fired for just 2/10 failures.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Open question: can we get earlier, higher-recall precursors from the same 6 channels?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Approach: 12 heuristics on 6 raw CAN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D1B2A"/>
                </a:solidFill>
              </a:defRPr>
            </a:pPr>
            <a:r>
              <a:t>• Load-normalised &amp; regime-conditioned voltage (dVSI/dRPM, load residual, reg duty).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Crank/recovery dynamics (post-crank recovery, crank effort).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Excitation &amp; instability (full GED states, idle hunting), sag typing, UV dose.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Compound voting alarm (#11) + per-truck change-point (#12).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Honest validation gate (unchanged from V10.6.2)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D1B2A"/>
                </a:solidFill>
              </a:defRPr>
            </a:pPr>
            <a:r>
              <a:t>• A deviation counts ONLY if within-truck z&gt;=2 AND outside healthy-fleet p05-p95.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MIN_EO_SAMPLES=200 trust filter; horizons 90/60/45/30/14/7 days.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NF self-test: every healthy truck scored as-if-failing (false-alarm honesty).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n=10 events — results are leads, not calibrated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Result: lead-time recall</a:t>
            </a:r>
          </a:p>
        </p:txBody>
      </p:sp>
      <p:pic>
        <p:nvPicPr>
          <p:cNvPr id="3" name="Picture 2" descr="G1_recal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719402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Per-truck head-to-head</a:t>
            </a:r>
          </a:p>
        </p:txBody>
      </p:sp>
      <p:pic>
        <p:nvPicPr>
          <p:cNvPr id="3" name="Picture 2" descr="G3_leadtime_dumbb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8108185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Strongest new signal: post-crank recovery (#3) — episodic</a:t>
            </a:r>
          </a:p>
        </p:txBody>
      </p:sp>
      <p:pic>
        <p:nvPicPr>
          <p:cNvPr id="3" name="Picture 2" descr="G5_crank_recovery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164071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Which heuristics generalised</a:t>
            </a:r>
          </a:p>
        </p:txBody>
      </p:sp>
      <p:pic>
        <p:nvPicPr>
          <p:cNvPr id="3" name="Picture 2" descr="G2_feature_gener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7695237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Compound early-watch alarm (#11)</a:t>
            </a:r>
          </a:p>
        </p:txBody>
      </p:sp>
      <p:pic>
        <p:nvPicPr>
          <p:cNvPr id="3" name="Picture 2" descr="G4_compound_alarm_le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891911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D1B2A"/>
                </a:solidFill>
              </a:defRPr>
            </a:pPr>
            <a:r>
              <a:t>Change-point / resting voltage (exploratory)</a:t>
            </a:r>
          </a:p>
        </p:txBody>
      </p:sp>
      <p:pic>
        <p:nvPicPr>
          <p:cNvPr id="3" name="Picture 2" descr="G6_changepoint_r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0949203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D1B2A"/>
                </a:solidFill>
              </a:defRPr>
            </a:pPr>
            <a:r>
              <a:t>• Net gain is modest: +1 detection (VIN9), +1 earlier lead (VIN1).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crank_recovery_t z-magnitudes inflated (healthy baseline ~0.05s); trust the 0/15 NF guard.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The recovery signal is episodic (isolated spikes); VIN9's events span its whole life.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VIN8 strict-gate hit rests on 3 trusted days (compound catches it at 90d).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4/10 failures remain undetectable (abrupt/silent); no per-truck daily RUL implied.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Deployment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D1B2A"/>
                </a:solidFill>
              </a:defRPr>
            </a:pPr>
            <a:r>
              <a:t>• Add crank_recovery_t to the emergency channel alongside the GED=2 storm.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Surface the compound 2-of-5 vote as an 'early-watch' tier (0 false alarms).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Use sag-typing (high-load vs idle) + reg-duty for repair-direction guidance.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WHICH (classifier) + WHEN-fleet (Weibull) unchanged from V10.6.2.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1B2A"/>
                </a:solidFill>
              </a:defRPr>
            </a:pPr>
            <a:r>
              <a:t>Appendix — 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070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D1B2A"/>
                </a:solidFill>
              </a:defRPr>
            </a:pPr>
            <a:r>
              <a:t>• All numbers from V11 cache/forensics + results/comparison.csv.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No RUL/Weibull/backtest data (V11 is the precursor fork; see V10.6.2 for RUL).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Graphs: visualizations/V11_graphs/.</a:t>
            </a:r>
          </a:p>
          <a:p>
            <a:pPr>
              <a:defRPr sz="1800">
                <a:solidFill>
                  <a:srgbClr val="0D1B2A"/>
                </a:solidFill>
              </a:defRPr>
            </a:pPr>
            <a:r>
              <a:t>• Pipeline reproducible via V11_ALT_heuristics_orchestrator.py.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